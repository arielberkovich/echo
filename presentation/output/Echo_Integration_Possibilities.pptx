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Echo as an operational collaboration layer, not merely another chat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evolving message per build. Mention the trigger owner only when action is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Aggregate by stable workload and error fingerprint—not ephemeral pod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nightly is a cross-system qualification story, with regressions compared to the previous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release notes to artifacts and environment rollout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channels carry different expectations: conversation, review, and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Ownership metadata makes the routing layer reusable across every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Garp answers in a thread, cites evidence, and recommends next steps while preserving human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CHO_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nterest.com/pin/garp-fanart--578501514655029831/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riel/repositories/Echo/presentation/rendered/00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riel/repositories/Echo/presentation/rendered/01-jenkins-bui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riel/repositories/Echo/presentation/rendered/02-daily-prod-err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riel/repositories/Echo/presentation/rendered/03-nightly-build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riel/repositories/Echo/presentation/rendered/04-version-rele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riel/repositories/Echo/presentation/rendered/05-team-pr-alert-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riel/repositories/Echo/presentation/rendered/06-team-owned-e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riel/repositories/Echo/presentation/rendered/07-garp-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>
            <a:hlinkClick r:id="rId2" tooltip=""/>
          </p:cNvPr>
          <p:cNvSpPr/>
          <p:nvPr/>
        </p:nvSpPr>
        <p:spPr>
          <a:xfrm>
            <a:off x="530352" y="6400800"/>
            <a:ext cx="438912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Echo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 — Operational Collaboration Possibilities</dc:title>
  <dc:subject>Echo integration possibilities inside a Navy organization</dc:subject>
  <dc:creator>Echo</dc:creator>
  <cp:lastModifiedBy>Echo</cp:lastModifiedBy>
  <cp:revision>1</cp:revision>
  <dcterms:created xsi:type="dcterms:W3CDTF">2026-07-25T16:54:24Z</dcterms:created>
  <dcterms:modified xsi:type="dcterms:W3CDTF">2026-07-25T16:54:24Z</dcterms:modified>
</cp:coreProperties>
</file>